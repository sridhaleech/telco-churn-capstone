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0" d="100"/>
          <a:sy n="40" d="100"/>
        </p:scale>
        <p:origin x="81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8A2B"/>
                </a:solidFill>
                <a:latin typeface="Calibri"/>
              </a:rPr>
              <a:t>PYTHON AI/ML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Customer Churn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A small program that estimates which customers may leave.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Calibri"/>
              </a:rPr>
              <a:t>Presented by Sridhar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Devarasu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5E3EA"/>
                </a:solidFill>
                <a:latin typeface="Calibri"/>
              </a:rPr>
              <a:t>github.com/sridhaleech/telco-churn-capstone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business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74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 dirty="0">
                <a:solidFill>
                  <a:srgbClr val="1C2B3A"/>
                </a:solidFill>
                <a:latin typeface="Calibri"/>
              </a:rPr>
              <a:t>Churn means the customer left the phone company.</a:t>
            </a:r>
          </a:p>
          <a:p>
            <a:pPr>
              <a:spcAft>
                <a:spcPts val="1400"/>
              </a:spcAft>
            </a:pPr>
            <a:r>
              <a:rPr sz="2400" b="0" dirty="0">
                <a:solidFill>
                  <a:srgbClr val="1C2B3A"/>
                </a:solidFill>
                <a:latin typeface="Calibri"/>
              </a:rPr>
              <a:t>The company wants to see who may leave, so support can reach them first.</a:t>
            </a:r>
          </a:p>
          <a:p>
            <a:pPr>
              <a:spcAft>
                <a:spcPts val="1400"/>
              </a:spcAft>
            </a:pPr>
            <a:r>
              <a:rPr sz="2400" b="0" dirty="0">
                <a:solidFill>
                  <a:srgbClr val="1C2B3A"/>
                </a:solidFill>
                <a:latin typeface="Calibri"/>
              </a:rPr>
              <a:t>I use customer details such as contract, tenure, services, and charges.</a:t>
            </a:r>
          </a:p>
          <a:p>
            <a:pPr>
              <a:spcAft>
                <a:spcPts val="1400"/>
              </a:spcAft>
            </a:pPr>
            <a:r>
              <a:rPr sz="2400" b="0" dirty="0">
                <a:solidFill>
                  <a:srgbClr val="1C2B3A"/>
                </a:solidFill>
                <a:latin typeface="Calibri"/>
              </a:rPr>
              <a:t>The result is a pattern. It does not prove that one change will stop churn.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74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3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 dirty="0">
                <a:solidFill>
                  <a:srgbClr val="1C2B3A"/>
                </a:solidFill>
                <a:latin typeface="Calibri"/>
              </a:rPr>
              <a:t>IBM Telco dataset: </a:t>
            </a:r>
            <a:r>
              <a:rPr sz="2000" b="0" dirty="0">
                <a:solidFill>
                  <a:srgbClr val="1C2B3A"/>
                </a:solidFill>
                <a:latin typeface="Calibri"/>
              </a:rPr>
              <a:t>7,043 customers and 21 columns. Some columns are numbers. Some are text.</a:t>
            </a:r>
          </a:p>
          <a:p>
            <a:pPr>
              <a:spcAft>
                <a:spcPts val="1400"/>
              </a:spcAft>
            </a:pPr>
            <a:r>
              <a:rPr sz="2000" b="0" dirty="0">
                <a:solidFill>
                  <a:srgbClr val="1C2B3A"/>
                </a:solidFill>
                <a:latin typeface="Calibri"/>
              </a:rPr>
              <a:t>1,869 left and 5,174 stayed. About 26.5 percent churned.</a:t>
            </a:r>
          </a:p>
          <a:p>
            <a:pPr>
              <a:spcAft>
                <a:spcPts val="1400"/>
              </a:spcAft>
            </a:pPr>
            <a:r>
              <a:rPr sz="2000" b="1" dirty="0">
                <a:solidFill>
                  <a:srgbClr val="1C2B3A"/>
                </a:solidFill>
                <a:latin typeface="Calibri"/>
              </a:rPr>
              <a:t>Tenure: </a:t>
            </a:r>
            <a:r>
              <a:rPr sz="2000" b="0" dirty="0">
                <a:solidFill>
                  <a:srgbClr val="1C2B3A"/>
                </a:solidFill>
                <a:latin typeface="Calibri"/>
              </a:rPr>
              <a:t>average 32 months, middle 29, spread 25 months. Most common contract is month-to-month.</a:t>
            </a:r>
          </a:p>
          <a:p>
            <a:pPr>
              <a:spcAft>
                <a:spcPts val="1400"/>
              </a:spcAft>
            </a:pPr>
            <a:r>
              <a:rPr sz="2000" b="1" dirty="0">
                <a:solidFill>
                  <a:srgbClr val="1C2B3A"/>
                </a:solidFill>
                <a:latin typeface="Calibri"/>
              </a:rPr>
              <a:t>Monthly bill: </a:t>
            </a:r>
            <a:r>
              <a:rPr sz="2000" b="0" dirty="0">
                <a:solidFill>
                  <a:srgbClr val="1C2B3A"/>
                </a:solidFill>
                <a:latin typeface="Calibri"/>
              </a:rPr>
              <a:t>average 64.76, middle 70.35, spread 30.09. Bills run from 18.25 to 118.75.</a:t>
            </a:r>
          </a:p>
          <a:p>
            <a:pPr>
              <a:spcAft>
                <a:spcPts val="1400"/>
              </a:spcAft>
            </a:pPr>
            <a:r>
              <a:rPr sz="2000" b="0" dirty="0">
                <a:solidFill>
                  <a:srgbClr val="1C2B3A"/>
                </a:solidFill>
                <a:latin typeface="Calibri"/>
              </a:rPr>
              <a:t>Customers who left pay about 74 a month. Customers who stayed pay about 61.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the program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74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4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1. Ingest: Pandas reads the IBM CSV.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2. Preprocess: clean a copy, fill 11 blank bills, and one-hot encode text.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3. Train: Logistic Regression learns from 70 percent of the rows.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4. Evaluate: score the other 30 percent and write predictions.csv.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The saved pickle file lets me predict again without training every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Checks and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74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5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The validation report checks the whole dataset before training.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Duplicate customer IDs: 0. Invalid churn labels: 0.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11 blank TotalCharges were filled with 0 because tenure was 0.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8 pytest tests check the same rules again.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GitHub Actions runs those tests on a clean computer, so the process is not only checked on my laptop.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 saw in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74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6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C2B3A"/>
                </a:solidFill>
                <a:latin typeface="Calibri"/>
              </a:rPr>
              <a:t>Month-to-month customers leave at 42.7 percent. Two-year customers leave at 2.8 percent.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2B3A"/>
                </a:solidFill>
                <a:latin typeface="Calibri"/>
              </a:rPr>
              <a:t>Fiber optic customers leave at 41.9 percent.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2B3A"/>
                </a:solidFill>
                <a:latin typeface="Calibri"/>
              </a:rPr>
              <a:t>Customers in the first 12 months leave at 47.4 percent.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2B3A"/>
                </a:solidFill>
                <a:latin typeface="Calibri"/>
              </a:rPr>
              <a:t>These patterns helped me keep contract, internet, tenure, and charges as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I trained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74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7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 dirty="0">
                <a:solidFill>
                  <a:srgbClr val="1C2B3A"/>
                </a:solidFill>
                <a:latin typeface="Calibri"/>
              </a:rPr>
              <a:t>Target: </a:t>
            </a:r>
            <a:r>
              <a:rPr sz="2200" b="0" dirty="0">
                <a:solidFill>
                  <a:srgbClr val="1C2B3A"/>
                </a:solidFill>
                <a:latin typeface="Calibri"/>
              </a:rPr>
              <a:t>Churn. Yes becomes 1. No becomes 0.</a:t>
            </a:r>
          </a:p>
          <a:p>
            <a:pPr>
              <a:spcAft>
                <a:spcPts val="1400"/>
              </a:spcAft>
            </a:pPr>
            <a:r>
              <a:rPr sz="2200" b="1" dirty="0">
                <a:solidFill>
                  <a:srgbClr val="1C2B3A"/>
                </a:solidFill>
                <a:latin typeface="Calibri"/>
              </a:rPr>
              <a:t>Split: </a:t>
            </a:r>
            <a:r>
              <a:rPr sz="2200" b="0" dirty="0">
                <a:solidFill>
                  <a:srgbClr val="1C2B3A"/>
                </a:solidFill>
                <a:latin typeface="Calibri"/>
              </a:rPr>
              <a:t>70 percent to learn, 30 percent to test. </a:t>
            </a:r>
            <a:r>
              <a:rPr sz="2200" b="0" dirty="0" err="1">
                <a:solidFill>
                  <a:srgbClr val="1C2B3A"/>
                </a:solidFill>
                <a:latin typeface="Calibri"/>
              </a:rPr>
              <a:t>random_state</a:t>
            </a:r>
            <a:r>
              <a:rPr sz="2200" b="0" dirty="0">
                <a:solidFill>
                  <a:srgbClr val="1C2B3A"/>
                </a:solidFill>
                <a:latin typeface="Calibri"/>
              </a:rPr>
              <a:t>=42 keeps the split the same.</a:t>
            </a: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C2B3A"/>
                </a:solidFill>
                <a:latin typeface="Calibri"/>
              </a:rPr>
              <a:t>Text columns use one-hot encoding. </a:t>
            </a:r>
            <a:r>
              <a:rPr sz="2200" b="0" dirty="0" err="1">
                <a:solidFill>
                  <a:srgbClr val="1C2B3A"/>
                </a:solidFill>
                <a:latin typeface="Calibri"/>
              </a:rPr>
              <a:t>customerID</a:t>
            </a:r>
            <a:r>
              <a:rPr sz="2200" b="0" dirty="0">
                <a:solidFill>
                  <a:srgbClr val="1C2B3A"/>
                </a:solidFill>
                <a:latin typeface="Calibri"/>
              </a:rPr>
              <a:t> is removed before training.</a:t>
            </a: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C2B3A"/>
                </a:solidFill>
                <a:latin typeface="Calibri"/>
              </a:rPr>
              <a:t>Logistic Regression uses </a:t>
            </a:r>
            <a:r>
              <a:rPr sz="2200" b="0" dirty="0" err="1">
                <a:solidFill>
                  <a:srgbClr val="1C2B3A"/>
                </a:solidFill>
                <a:latin typeface="Calibri"/>
              </a:rPr>
              <a:t>max_iter</a:t>
            </a:r>
            <a:r>
              <a:rPr sz="2200" b="0" dirty="0">
                <a:solidFill>
                  <a:srgbClr val="1C2B3A"/>
                </a:solidFill>
                <a:latin typeface="Calibri"/>
              </a:rPr>
              <a:t>=1000 so it can finish learning.</a:t>
            </a: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C2B3A"/>
                </a:solidFill>
                <a:latin typeface="Calibri"/>
              </a:rPr>
              <a:t>After training, pickle saves the model so I do not retrain it every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Model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74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8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Logistic Regression, one-hot encoding, on the test set: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Accuracy 0.809. Precision 0.667. Recall 0.560. F1 0.609.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Confusion matrix: 1,395 correct stays, 314 correct churns.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157 were flagged but stayed. 247 left but were predicted to stay.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Those 247 are false negatives. They would get no help.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74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The file is .github/workflows/ci.yml.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It runs on every push and every pull request.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GitHub uses Python 3.11, installs the packages, and runs pytest.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If a test fails, the pipeline fails. My latest run passed all 8 tests.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The 8 tests check columns, bad churn labels, duplicate IDs, blank bills, and predictions.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Extra work: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74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10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C2B3A"/>
                </a:solidFill>
                <a:latin typeface="Calibri"/>
              </a:rPr>
              <a:t>I trained a Random Forest on the same split.</a:t>
            </a: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C2B3A"/>
                </a:solidFill>
                <a:latin typeface="Calibri"/>
              </a:rPr>
              <a:t>Accuracy 0.781. Precision 0.612. Recall 0.481. F1 0.539.</a:t>
            </a: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C2B3A"/>
                </a:solidFill>
                <a:latin typeface="Calibri"/>
              </a:rPr>
              <a:t>It did not beat Logistic Regression, so the predictions file still uses Logistic Regression.</a:t>
            </a: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C2B3A"/>
                </a:solidFill>
                <a:latin typeface="Calibri"/>
              </a:rPr>
              <a:t>I saved the Random Forest with pickle, loaded it again, and predicted one customer.</a:t>
            </a: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C2B3A"/>
                </a:solidFill>
                <a:latin typeface="Calibri"/>
              </a:rPr>
              <a:t>Customer 9692-TUSXH actually left. The loaded model predicted Yes, with probability 0.560.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Extra findings I would tell the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74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11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Review month-to-month customers first. Their churn rate is much higher.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Watch customers in the first 12 months.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Look more closely at fiber optic and electronic-check customers.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Improve recall, because 247 leavers were missed.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C2B3A"/>
                </a:solidFill>
                <a:latin typeface="Calibri"/>
              </a:rPr>
              <a:t>Do not treat these as proof. Test any retention offer before calling it a cause.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The model returns Yes or No, and a probability.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A probability of 0.56 means about a 56 percent chance of leaving.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8A2B"/>
                </a:solidFill>
                <a:latin typeface="Calibri"/>
              </a:rPr>
              <a:t>github.com/sridhaleech/telco-churn-capstone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FFFFFF"/>
                </a:solidFill>
                <a:latin typeface="Calibri"/>
              </a:rPr>
              <a:t>Sridhar</a:t>
            </a:r>
            <a:r>
              <a:rPr lang="en-US" sz="2000" b="0" dirty="0">
                <a:solidFill>
                  <a:srgbClr val="FFFFFF"/>
                </a:solidFill>
                <a:latin typeface="Calibri"/>
              </a:rPr>
              <a:t> Devarasu</a:t>
            </a:r>
            <a:endParaRPr sz="2000" b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39aa4b3-b62d-42bf-8097-75e2c573ddfa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791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Devarasu, Sridhar</cp:lastModifiedBy>
  <cp:revision>3</cp:revision>
  <dcterms:created xsi:type="dcterms:W3CDTF">2013-01-27T09:14:16Z</dcterms:created>
  <dcterms:modified xsi:type="dcterms:W3CDTF">2026-10-16T03:18:14Z</dcterms:modified>
  <cp:category/>
</cp:coreProperties>
</file>
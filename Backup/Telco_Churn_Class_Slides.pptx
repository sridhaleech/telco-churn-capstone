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8A2B"/>
                </a:solidFill>
                <a:latin typeface="Calibri"/>
              </a:rPr>
              <a:t>PYTHON AI/ML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5E3EA"/>
                </a:solidFill>
                <a:latin typeface="Calibri"/>
              </a:rPr>
              <a:t>A small program that estimates which customers may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Presented by Sridhar Devarasu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C4"/>
                </a:solidFill>
                <a:latin typeface="Calibri"/>
              </a:rPr>
              <a:t>github.com/sridhaleech/telco-churn-capstone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2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7A8C"/>
                </a:solidFill>
                <a:latin typeface="Calibri"/>
              </a:rPr>
              <a:t>Churn means the customer left the phone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B3A"/>
                </a:solidFill>
                <a:latin typeface="Calibri"/>
              </a:rPr>
              <a:t>The company wants to see who may leave, so support can reach them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2B3A"/>
                </a:solidFill>
                <a:latin typeface="Calibri"/>
              </a:rPr>
              <a:t>I use customer details such as contract, tenure, services, and charges.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8A2B"/>
                </a:solidFill>
                <a:latin typeface="Calibri"/>
              </a:rPr>
              <a:t>The result is a pattern. It does not prove that one change will stop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3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904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1,869 / 5,174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left / stayed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3258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4904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26.5%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churned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IBM Telco dataset. Some columns are numbers. Some are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79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Tenure: average 32 months, middle 29, spread 25 months. Most common contract is month-to-month.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Monthly bill: average 64.76, middle 70.35, spread 30.09. Bills run from 18.25 to 118.75.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846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7A8C"/>
                </a:solidFill>
                <a:latin typeface="Calibri"/>
              </a:rPr>
              <a:t>Customers who left pay about 74 a month. Customers who stayed pay about 61.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program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4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51760" cy="685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1. 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Pandas reads the IBM 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51760" cy="685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2. Preprocess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2402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423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Clean a copy, fill 11 blank bills, and one-hot encode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2651760" cy="685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3. 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402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423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Logistic Regression learns from 70 percent of the rows.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463040"/>
            <a:ext cx="2651760" cy="685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4. Evaluate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24028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423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Score the other 30 percent and write predictions.csv.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34840"/>
            <a:ext cx="11155680" cy="731520"/>
          </a:xfrm>
          <a:prstGeom prst="rect">
            <a:avLst/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99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The saved pickle file lets me predict again without training every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6B7A"/>
                </a:solidFill>
                <a:latin typeface="Calibri"/>
              </a:rPr>
              <a:t>One command:  python main.py --input data/raw/Telco-Customer-Churn.csv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Checks and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5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B7A"/>
                </a:solidFill>
                <a:latin typeface="Calibri"/>
              </a:rPr>
              <a:t>The validation report checks the whole dataset before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031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duplicate customer 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8483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031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invalid churn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5468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429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blank TotalCharges filled with 0, because tenure was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154680"/>
            <a:ext cx="54864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1071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29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pytest tests check the same rules again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63440"/>
            <a:ext cx="1115568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GitHub Actions runs those tests on a clean computer, so the process is not only checked on my laptop.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 saw in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6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42.7%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0934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Month-to-month customers leave. Two-year customers leave at 2.8 percent.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1115568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41.9%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0662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Fiber optic customers leave.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1115568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47.4%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039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Customers in the first 12 months leave.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46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48A2B"/>
                </a:solidFill>
                <a:latin typeface="Calibri"/>
              </a:rPr>
              <a:t>These patterns helped me keep contract, internet, tenure, and charges as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 trained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7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A8C"/>
                </a:solidFill>
                <a:latin typeface="Calibri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Churn. Yes becomes 1. No becomes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A8C"/>
                </a:solidFill>
                <a:latin typeface="Calibri"/>
              </a:rPr>
              <a:t>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68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70 percent to learn, 30 percent to test. random_state=42 keeps the split the same.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A8C"/>
                </a:solidFill>
                <a:latin typeface="Calibri"/>
              </a:rPr>
              <a:t>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832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Text columns use one-hot encoding. customerID is removed before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A8C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297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Logistic Regression uses max_iter=1000 so it can finish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292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7A8C"/>
                </a:solidFill>
                <a:latin typeface="Calibri"/>
              </a:rPr>
              <a:t>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12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After training, pickle saves the model so I do not retrain it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8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Logistic Regression, one-hot encoding, on the test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0.809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562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0.667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0.560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8562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7A8C"/>
                </a:solidFill>
                <a:latin typeface="Calibri"/>
              </a:rPr>
              <a:t>0.609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00400"/>
            <a:ext cx="54864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A"/>
                </a:solidFill>
                <a:latin typeface="Calibri"/>
              </a:rPr>
              <a:t>Confusion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C6B7A"/>
                </a:solidFill>
                <a:latin typeface="Calibri"/>
              </a:rPr>
              <a:t>Predicted stay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C6B7A"/>
                </a:solidFill>
                <a:latin typeface="Calibri"/>
              </a:rPr>
              <a:t>Predicted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B3A"/>
                </a:solidFill>
                <a:latin typeface="Calibri"/>
              </a:rPr>
              <a:t>Actual stay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7A8C"/>
                </a:solidFill>
                <a:latin typeface="Calibri"/>
              </a:rPr>
              <a:t>1,395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7A8C"/>
                </a:solidFill>
                <a:latin typeface="Calibri"/>
              </a:rPr>
              <a:t>157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B3A"/>
                </a:solidFill>
                <a:latin typeface="Calibri"/>
              </a:rPr>
              <a:t>Actual churn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8A2B"/>
                </a:solidFill>
                <a:latin typeface="Calibri"/>
              </a:rPr>
              <a:t>247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7A8C"/>
                </a:solidFill>
                <a:latin typeface="Calibri"/>
              </a:rPr>
              <a:t>314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200400"/>
            <a:ext cx="5486400" cy="3017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74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157 were flagged but stayed.</a:t>
            </a:r>
          </a:p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247 left but were predicted to stay.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46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8A2B"/>
                </a:solidFill>
                <a:latin typeface="Calibri"/>
              </a:rPr>
              <a:t>Those 247 are false negatives. They would get no help.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9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.github/workflows/ci.yml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2084831" cy="822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Push or pull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423160"/>
            <a:ext cx="2084831" cy="822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6060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2423160"/>
            <a:ext cx="2084831" cy="822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3" y="26060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Install packages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06055" y="2423160"/>
            <a:ext cx="2084831" cy="822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26060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Run pytest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73768" y="2423160"/>
            <a:ext cx="2084831" cy="822960"/>
          </a:xfrm>
          <a:prstGeom prst="rect">
            <a:avLst/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26060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It runs on every push and every pull request.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If a test fails, the pipeline fails. My latest run passed all 8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377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The 8 tests check columns, bad churn labels, duplicate IDs, blank bills, and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Extra work: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10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I trained a Random Forest on the same split.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83464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691640"/>
            <a:ext cx="1874519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181051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691640"/>
            <a:ext cx="1874519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81051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691640"/>
            <a:ext cx="1874519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81051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691640"/>
            <a:ext cx="1874519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81051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23160"/>
            <a:ext cx="2834640" cy="64008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42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Calibri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2423160"/>
            <a:ext cx="1874519" cy="64008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254203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Calibri"/>
              </a:rPr>
              <a:t>0.809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423160"/>
            <a:ext cx="1874519" cy="64008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54203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Calibri"/>
              </a:rPr>
              <a:t>0.667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423160"/>
            <a:ext cx="1874519" cy="64008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54203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Calibri"/>
              </a:rPr>
              <a:t>0.560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2423160"/>
            <a:ext cx="1874519" cy="640080"/>
          </a:xfrm>
          <a:prstGeom prst="rect">
            <a:avLst/>
          </a:prstGeom>
          <a:solidFill>
            <a:srgbClr val="E5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54203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Calibri"/>
              </a:rPr>
              <a:t>0.609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15468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735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Calibri"/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39" y="3154680"/>
            <a:ext cx="187451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9" y="32735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Calibri"/>
              </a:rPr>
              <a:t>0.781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3154680"/>
            <a:ext cx="187451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2735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Calibri"/>
              </a:rPr>
              <a:t>0.612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3154680"/>
            <a:ext cx="187451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32735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Calibri"/>
              </a:rPr>
              <a:t>0.481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55480" y="3154680"/>
            <a:ext cx="187451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2735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Calibri"/>
              </a:rPr>
              <a:t>0.539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977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B3A"/>
                </a:solidFill>
                <a:latin typeface="Calibri"/>
              </a:rPr>
              <a:t>It did not beat Logistic Regression, so the predictions file still uses Logistic Regression.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72000"/>
            <a:ext cx="11155680" cy="1463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5E3EA"/>
                </a:solidFill>
                <a:latin typeface="Calibri"/>
              </a:rPr>
              <a:t>I saved the Random Forest with pickle, loaded it again, and predicted one customer.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578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Customer 9692-TUSXH actually left. The loaded model predicted Yes, with probability 0.560.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Extra findings I would tell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Calibri"/>
              </a:rPr>
              <a:t>Telco Customer Churn  |  Sridhar Devarasu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6B7A"/>
                </a:solidFill>
                <a:latin typeface="Calibri"/>
              </a:rPr>
              <a:t>11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6362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Review month-to-month customers first. Their churn rate is much higher.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2374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Watch customers in the first 12 months.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4728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83863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Look more closely at fiber optic and electronic-check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0624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0740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7A8C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4398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B3A"/>
                </a:solidFill>
                <a:latin typeface="Calibri"/>
              </a:rPr>
              <a:t>Improve recall, because 247 leavers were missed.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48A2B"/>
                </a:solidFill>
                <a:latin typeface="Calibri"/>
              </a:rPr>
              <a:t>Do not treat these as proof. Test any retention offer before calling it a cause.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5E3EA"/>
                </a:solidFill>
                <a:latin typeface="Calibri"/>
              </a:rPr>
              <a:t>The model returns Yes or No, and a probability.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8A2B"/>
                </a:solidFill>
                <a:latin typeface="Calibri"/>
              </a:rPr>
              <a:t>A probability of 0.56 means about a 56 percent chance of leaving.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github.com/sridhaleech/telco-churn-capstone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FB8C4"/>
                </a:solidFill>
                <a:latin typeface="Calibri"/>
              </a:rPr>
              <a:t>Sridhar Devarasu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